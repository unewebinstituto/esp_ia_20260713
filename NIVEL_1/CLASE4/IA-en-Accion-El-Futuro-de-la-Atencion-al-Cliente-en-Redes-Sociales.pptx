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Poppins Light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45" d="100"/>
          <a:sy n="145" d="100"/>
        </p:scale>
        <p:origin x="-76" y="-2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B95B4-95CD-4162-B8B9-8B8E44BFE54C}" type="datetimeFigureOut">
              <a:rPr lang="es-ES" smtClean="0"/>
              <a:t>20/07/2026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841EA-8DB2-4C99-B3C1-00CEC167412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203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7.svg"/><Relationship Id="rId3" Type="http://schemas.openxmlformats.org/officeDocument/2006/relationships/image" Target="../media/image3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3.svg"/><Relationship Id="rId5" Type="http://schemas.openxmlformats.org/officeDocument/2006/relationships/image" Target="../media/image-2-3.svg"/><Relationship Id="rId4" Type="http://schemas.openxmlformats.org/officeDocument/2006/relationships/image" Target="../media/image4.png"/><Relationship Id="rId9" Type="http://schemas.openxmlformats.org/officeDocument/2006/relationships/image" Target="../media/image-2-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-3-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-3-9.svg"/><Relationship Id="rId5" Type="http://schemas.openxmlformats.org/officeDocument/2006/relationships/image" Target="../media/image-3-3.sv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-3-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-5-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3.svg"/><Relationship Id="rId5" Type="http://schemas.openxmlformats.org/officeDocument/2006/relationships/image" Target="../media/image-5-3.svg"/><Relationship Id="rId4" Type="http://schemas.openxmlformats.org/officeDocument/2006/relationships/image" Target="../media/image13.png"/><Relationship Id="rId9" Type="http://schemas.openxmlformats.org/officeDocument/2006/relationships/image" Target="../media/image-5-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8336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IA en Acción: El Futuro de la Atención al Cliente en Redes Sociales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424931"/>
            <a:ext cx="2290465" cy="1178868"/>
          </a:xfrm>
          <a:prstGeom prst="roundRect">
            <a:avLst>
              <a:gd name="adj" fmla="val 5051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2571452"/>
            <a:ext cx="199742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Automatización inteligente de mensajes directos (DMs)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357342" y="2424931"/>
            <a:ext cx="2290539" cy="1178868"/>
          </a:xfrm>
          <a:prstGeom prst="roundRect">
            <a:avLst>
              <a:gd name="adj" fmla="val 5051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03863" y="2571452"/>
            <a:ext cx="199749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Enfoque: Instagram y plataformas similares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925119" y="3745557"/>
            <a:ext cx="4722763" cy="514499"/>
          </a:xfrm>
          <a:prstGeom prst="roundRect">
            <a:avLst>
              <a:gd name="adj" fmla="val 11573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1640" y="389207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err="1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Presentado</a:t>
            </a: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</a:t>
            </a:r>
            <a:r>
              <a:rPr lang="en-US" sz="1350" dirty="0" err="1" smtClean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por</a:t>
            </a:r>
            <a:r>
              <a:rPr lang="en-US" sz="1350" dirty="0" smtClean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Henry Duque.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8785"/>
            <a:ext cx="4722763" cy="126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Reto: Volumen de Mensajes vs. Tiempo de Respuesta</a:t>
            </a:r>
            <a:endParaRPr lang="en-US" sz="2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6119" y="1858863"/>
            <a:ext cx="4722763" cy="7304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6430" y="2012975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Los clientes esperan respuestas en minutos, no horas</a:t>
            </a:r>
            <a:endParaRPr lang="en-US" sz="1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6119" y="2718048"/>
            <a:ext cx="4722763" cy="7304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26430" y="2872160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Equipos saturados con preguntas repetitivas (horarios, precios, disponibilidad)</a:t>
            </a:r>
            <a:endParaRPr lang="en-US" sz="1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96119" y="3577233"/>
            <a:ext cx="4722763" cy="51933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26430" y="3731344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Pérdida de leads por demoras en la respuesta</a:t>
            </a:r>
            <a:endParaRPr lang="en-US" sz="1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96119" y="4225305"/>
            <a:ext cx="4722763" cy="51933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26430" y="4379416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Impacto directo en la satisfacción y conversión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492"/>
            <a:ext cx="8151763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Automatización Inteligente: Respuestas 24/7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754484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2852150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Escalamiento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2966783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Respuesta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2852150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Procesamiento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2966783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Mensaje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6119" y="3711922"/>
            <a:ext cx="210369" cy="2103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6119" y="3984724"/>
            <a:ext cx="4044628" cy="262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Procesamiento de lenguaje natural (NLP) para entender la intención del usuario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03179" y="3711922"/>
            <a:ext cx="210369" cy="21036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03179" y="3984724"/>
            <a:ext cx="4044702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Respuestas automáticas personalizadas según el contexto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96119" y="4347642"/>
            <a:ext cx="210369" cy="2103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4620444"/>
            <a:ext cx="4044628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Escalamiento a un humano cuando la consulta es compleja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603179" y="4347642"/>
            <a:ext cx="210369" cy="21036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603179" y="4620444"/>
            <a:ext cx="4044702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Integración directa con la API de Instagram/Meta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49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8985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Resultados que Importan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116285"/>
            <a:ext cx="4722763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90%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496119" y="1761232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Reducción del tiempo de respuesta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337048"/>
            <a:ext cx="4722763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24/7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496119" y="2981995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Disponibilidad sin aumentar personal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96119" y="3362920"/>
            <a:ext cx="4722763" cy="514499"/>
          </a:xfrm>
          <a:prstGeom prst="roundRect">
            <a:avLst>
              <a:gd name="adj" fmla="val 11573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640" y="3509442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Mayor tasa de conversión y retención de clientes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96119" y="4019178"/>
            <a:ext cx="4722763" cy="735955"/>
          </a:xfrm>
          <a:prstGeom prst="roundRect">
            <a:avLst>
              <a:gd name="adj" fmla="val 809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4165699"/>
            <a:ext cx="44297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Datos y métricas en tiempo real para optimizar la estrategia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9129"/>
            <a:ext cx="4722763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Lleva tu Atención al Cliente al Siguiente Nivel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96119" y="1366838"/>
            <a:ext cx="4722763" cy="7575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5783" y="1627212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127820" y="1507331"/>
            <a:ext cx="395056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Implementación rápida y sin fricción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6119" y="2236812"/>
            <a:ext cx="4722763" cy="7575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5783" y="2497187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1127820" y="2377306"/>
            <a:ext cx="395056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Personalización según tu marca y tono de voz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96119" y="3106787"/>
            <a:ext cx="4722763" cy="7575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5783" y="3367162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1127820" y="3247281"/>
            <a:ext cx="395056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Soporte y ajustes continuos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96119" y="3976762"/>
            <a:ext cx="4722763" cy="75753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5783" y="4237137"/>
            <a:ext cx="1893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1127820" y="4117256"/>
            <a:ext cx="395056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[Contacto / Próximos pasos / Agenda una demo]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201</Words>
  <Application>Microsoft Office PowerPoint</Application>
  <PresentationFormat>Presentación en pantalla (16:9)</PresentationFormat>
  <Paragraphs>39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Poppins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Aaron Duque</cp:lastModifiedBy>
  <cp:revision>2</cp:revision>
  <dcterms:created xsi:type="dcterms:W3CDTF">2026-07-21T00:36:49Z</dcterms:created>
  <dcterms:modified xsi:type="dcterms:W3CDTF">2026-07-21T00:42:31Z</dcterms:modified>
</cp:coreProperties>
</file>